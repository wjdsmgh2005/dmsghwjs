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yG2G5n4WWkw?si=ggq1dQqeLYxU3gKG" TargetMode="External"/><Relationship Id="rId2" Type="http://schemas.openxmlformats.org/officeDocument/2006/relationships/hyperlink" Target="https://youtu.be/yG2G5n4WWkw?si=ggq1dQqeLYxU3gK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1A6FD4">
              <a:alpha val="22000"/>
            </a:srgbClr>
          </a:solidFill>
          <a:ln w="12700">
            <a:solidFill>
              <a:srgbClr val="1A6FD4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B8D4F7">
              <a:alpha val="18000"/>
            </a:srgbClr>
          </a:solidFill>
          <a:ln w="12700">
            <a:solidFill>
              <a:srgbClr val="B8D4F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사기 방지 특화 플랫폼  ·  15주차 최종 발표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당근나라 PC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15798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D4F7"/>
                </a:solidFill>
              </a:rPr>
              <a:t>컴퓨터 주변기기 중고거래 — 안전이 최우선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B"/>
                </a:solidFill>
              </a:rPr>
              <a:t>React Native  ·  Firebase  ·  Zustand  ·  Expo EAS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1A6FD4">
              <a:alpha val="25000"/>
            </a:srgbClr>
          </a:solidFill>
          <a:ln w="12700">
            <a:solidFill>
              <a:srgbClr val="B8D4F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45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Must 7/7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7"/>
                </a:solidFill>
              </a:rPr>
              <a:t>완료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33472" y="3127248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1A6FD4">
              <a:alpha val="25000"/>
            </a:srgbClr>
          </a:solidFill>
          <a:ln w="12700">
            <a:solidFill>
              <a:srgbClr val="B8D4F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3145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Should 5/5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33832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7"/>
                </a:solidFill>
              </a:rPr>
              <a:t>완료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3127248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1A6FD4">
              <a:alpha val="25000"/>
            </a:srgbClr>
          </a:solidFill>
          <a:ln w="12700">
            <a:solidFill>
              <a:srgbClr val="B8D4F7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3145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에스크로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33832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7"/>
                </a:solidFill>
              </a:rPr>
              <a:t>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3127248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1A6FD4">
              <a:alpha val="25000"/>
            </a:srgbClr>
          </a:solidFill>
          <a:ln w="12700">
            <a:solidFill>
              <a:srgbClr val="B8D4F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3145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AI사기탐지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03136" y="33832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7"/>
                </a:solidFill>
              </a:rPr>
              <a:t>구현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B"/>
                </a:solidFill>
              </a:rPr>
              <a:t>3학년 C반  |  2024136081  |  전은호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비전 &amp; 문제 정의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676656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8503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"내가 직접 중고거래 사기를 당했다 — 나 같은 피해자가 없는 세상을 만든다"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11480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3619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기존 중고거래 3가지 문제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11480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20240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751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2E"/>
                </a:solidFill>
              </a:rPr>
              <a:t>PC 부품 전문 카테고리 부재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2311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GPU·마우스·키보드를 한 카테고리로 묶어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세분화 검색·필터링 불가능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411480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79776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2E"/>
                </a:solidFill>
              </a:rPr>
              <a:t>판매자 신뢰도 확인 불가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090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사기 이력·신고 건수·매너온도를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거래 전 확인하는 수단 없음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411480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39312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941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E2E"/>
                </a:solidFill>
              </a:rPr>
              <a:t>에스크로 없이 선입금 요구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9502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입금 후 잠수 — 연간 피해액 수백억 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</a:rPr>
              <a:t>(내가 직접 피해자가 됐음)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536192"/>
            <a:ext cx="4114800" cy="310896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53619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당근나라 PC의 해결책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920240"/>
            <a:ext cx="4114800" cy="2523744"/>
          </a:xfrm>
          <a:prstGeom prst="rect">
            <a:avLst/>
          </a:prstGeom>
          <a:solidFill>
            <a:srgbClr val="E6F7EF"/>
          </a:solidFill>
          <a:ln w="12700">
            <a:solidFill>
              <a:srgbClr val="A8D5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0665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066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38928" y="20665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8개 전문 카테고리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0256" y="20665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</a:rPr>
              <a:t>GPU, 마우스, 키보드 등 세분화 필터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28032" y="25237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5237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8928" y="25237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안전 점수 0~100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0256" y="25237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</a:rPr>
              <a:t>신뢰등급+에스크로+신고이력 자동 계산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8032" y="29809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980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29809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에스크로 4단계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0256" y="29809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</a:rPr>
              <a:t>예치→발송→수령확인→대금지급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34381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4381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38928" y="34381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AI 사기 탐지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0256" y="34381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</a:rPr>
              <a:t>채팅 키워드 실시간 감지·경고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3895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895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38928" y="389534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가격 제안 기능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0256" y="389534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</a:rPr>
              <a:t>구매자가 원하는 가격 직접 제안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프로젝트 계획 — WBS &amp; 기술 스택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B"/>
                </a:solidFill>
              </a:rPr>
              <a:t>WBS (6주)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70432" cy="42062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1주 (10주차)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0" y="1097280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11556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기획·요구사항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27632" y="1335024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비전/MoSCoW/ADR-0001~0003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170432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9105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2주 (11주차)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54480" y="1591056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1609344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아키텍처 설계·환경구축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27632" y="1828800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레이어드 구조/Firebase 설정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170432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8483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3주 (12주차)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54480" y="2084832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2103120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Must 기능 구현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27632" y="2322576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상품목록/상세/판매등록/채팅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1170432" cy="420624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7860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4주 (13주차)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54480" y="2578608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27632" y="2596896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Safety 기능 구현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27632" y="2816352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에스크로/신뢰등급/AI탐지/신고센터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1170432" cy="42062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5주 (14주차)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54480" y="3072384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27632" y="3090672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테스트·최적화·배포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27632" y="3310128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단위9개/통합1개/EAS APK 빌드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1170432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66160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6주 (15주차)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54480" y="3566160"/>
            <a:ext cx="33832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3584448"/>
            <a:ext cx="3236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최종 발표·마무리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27632" y="3803904"/>
            <a:ext cx="32369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발표자료/README/AGENTS.md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12080" y="768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B"/>
                </a:solidFill>
              </a:rPr>
              <a:t>기술 스택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12080" y="1097280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097280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00216" y="1097280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1155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React Native + Expo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73368" y="133502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크로스플랫폼 UI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212080" y="1591056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1591056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0216" y="1591056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16093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Zustand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73368" y="182880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경량 전역 상태관리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12080" y="2084832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2084832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Domain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0216" y="2084832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TypeScript Entities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73368" y="232257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타입 안전 도메인 모델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12080" y="2578608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2578608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0216" y="2578608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25968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Firebase Firestore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73368" y="281635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실시간 DB + 인증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12080" y="3072384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3072384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Storage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0216" y="3072384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73368" y="30906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Firebase Storage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73368" y="331012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이미지 업로드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12080" y="3566160"/>
            <a:ext cx="1024128" cy="420624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3566160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Build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00216" y="3566160"/>
            <a:ext cx="252374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73368" y="35844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Expo EAS Build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73368" y="380390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APK 자동 빌드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구현 내용 · 아키텍처 · 시행착오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B"/>
                </a:solidFill>
              </a:rPr>
              <a:t>레이어드 아키텍처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474720" cy="56692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2471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F7"/>
                </a:solidFill>
              </a:rPr>
              <a:t>screens / components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34747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B"/>
                </a:solidFill>
              </a:rPr>
              <a:t>↓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347472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647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F7"/>
                </a:solidFill>
              </a:rPr>
              <a:t>viewModels / useCases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286000"/>
            <a:ext cx="34747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B"/>
                </a:solidFill>
              </a:rPr>
              <a:t>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3474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0487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F7"/>
                </a:solidFill>
              </a:rPr>
              <a:t>entities / services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926080"/>
            <a:ext cx="34747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B"/>
                </a:solidFill>
              </a:rPr>
              <a:t>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3474720" cy="56692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449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D4F7"/>
                </a:solidFill>
              </a:rPr>
              <a:t>Firebase / AsyncStorage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768096"/>
            <a:ext cx="47000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B"/>
                </a:solidFill>
              </a:rPr>
              <a:t>핵심 구현 기능 (안전 특화)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1078992"/>
            <a:ext cx="1463040" cy="329184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1376" y="1115568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11155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핵심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98848" y="11338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안전 점수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0" y="1408176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9664" y="146304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신뢰등급+에스크로+신고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0~100 자동 계산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05856" y="1078992"/>
            <a:ext cx="1463040" cy="32918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42432" y="1115568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11155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핵심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089904" y="11338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에스크로 4단계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05856" y="1408176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46304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예치→발송→확인→지급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사기 원천 차단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96912" y="1078992"/>
            <a:ext cx="146304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1115568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111556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핵심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680960" y="113385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사기 탐지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96912" y="1408176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146304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채팅 키워드 실시간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자동 경고 삽입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39696"/>
            <a:ext cx="1463040" cy="329184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51376" y="2176272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51376" y="21762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신규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498848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가격 제안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0" y="2468880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9664" y="2523744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구매자 희망가격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직접 제안 전송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05856" y="2139696"/>
            <a:ext cx="14630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42432" y="2176272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21762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신규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089904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후기 &amp; 신고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05856" y="2468880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2523744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별점+텍스트 후기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5가지 사유 신고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96912" y="2139696"/>
            <a:ext cx="1463040" cy="32918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33488" y="2176272"/>
            <a:ext cx="292608" cy="25603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21762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신규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68096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안전 장소 추천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96912" y="2468880"/>
            <a:ext cx="146304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51776" y="2523744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편의점·경찰서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거래 장소 안내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133088"/>
            <a:ext cx="8503920" cy="676656"/>
          </a:xfrm>
          <a:prstGeom prst="rect">
            <a:avLst/>
          </a:prstGeom>
          <a:solidFill>
            <a:srgbClr val="FDF3E3"/>
          </a:solidFill>
          <a:ln w="12700">
            <a:solidFill>
              <a:srgbClr val="F5C0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178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20A"/>
                </a:solidFill>
              </a:rPr>
              <a:t>구현 시행착오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828800" y="4151376"/>
            <a:ext cx="69311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E2E"/>
                </a:solidFill>
              </a:rPr>
              <a:t>① Firestore onSnapshot 미해제 → 메모리 누수  해결: useEffect cleanup 패턴 적용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E2E"/>
                </a:solidFill>
              </a:rPr>
              <a:t>② 안전점수 매 렌더링 계산 → 성능 저하  해결: 저장 시 미리 계산 → 렌더링 60% 개선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시연 데모 (30초)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475488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A6FD4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645920"/>
            <a:ext cx="1737360" cy="128016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6459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9077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시연 영상 재생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186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D4F7"/>
                </a:solidFill>
              </a:rPr>
              <a:t>클릭하면 유튜브에서 열립니다</a:t>
            </a:r>
            <a:endParaRPr lang="en-US" sz="10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320040" y="768096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" y="413308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731520" y="41330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유튜브에서 시연 영상 보기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7680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B"/>
                </a:solidFill>
              </a:rPr>
              <a:t>시연 시나리오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097280"/>
            <a:ext cx="457200" cy="5120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09728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24728" y="1097280"/>
            <a:ext cx="2999232" cy="51206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11247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홈 진입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07024" y="13533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사기 경보 배너 자동 표시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1682496"/>
            <a:ext cx="457200" cy="512064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68249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24728" y="1682496"/>
            <a:ext cx="2999232" cy="51206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17099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상품 클릭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07024" y="19385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안전점수 95/100 확인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03520" y="2267712"/>
            <a:ext cx="457200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26771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24728" y="2267712"/>
            <a:ext cx="2999232" cy="51206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7024" y="22951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에스크로 요청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07024" y="252374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안전결제 4단계 실제 동작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0" y="2852928"/>
            <a:ext cx="457200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85292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24728" y="2852928"/>
            <a:ext cx="2999232" cy="51206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07024" y="2880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AI 사기 탐지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07024" y="31089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"입금" 입력 → 경고 자동 표시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03520" y="3438144"/>
            <a:ext cx="45720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343814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24728" y="3438144"/>
            <a:ext cx="2999232" cy="51206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7024" y="34655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E"/>
                </a:solidFill>
              </a:rPr>
              <a:t>신고 접수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07024" y="369417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</a:rPr>
              <a:t>선입금 사기 → 긴급처리 안내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개발환경 · 빌드/배포 · 테스트 · ADR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680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B"/>
                </a:solidFill>
              </a:rPr>
              <a:t>개발 환경 설정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60704"/>
            <a:ext cx="3108960" cy="1426464"/>
          </a:xfrm>
          <a:prstGeom prst="rect">
            <a:avLst/>
          </a:prstGeom>
          <a:solidFill>
            <a:srgbClr val="1A2540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521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-g expo-cli eas-cli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[repo] &amp;&amp; npm install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.env.example .env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expo start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0" y="76809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B"/>
                </a:solidFill>
              </a:rPr>
              <a:t>빌드 &amp; 배포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060704"/>
            <a:ext cx="457200" cy="42062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06070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 개발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87368" y="1060704"/>
            <a:ext cx="234086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097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npx expo start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Expo Go 즉시 확인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66160" y="1536192"/>
            <a:ext cx="457200" cy="42062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5361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 빌드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87368" y="1536192"/>
            <a:ext cx="234086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eas build --platform android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--profile production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66160" y="2011680"/>
            <a:ext cx="457200" cy="42062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01168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 배포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87368" y="2011680"/>
            <a:ext cx="2340864" cy="420624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0482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APK 다운로드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E2E"/>
                </a:solidFill>
              </a:rPr>
              <a:t>사용자 직접 설치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2596896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B"/>
                </a:solidFill>
              </a:rPr>
              <a:t>테스트 결과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89504"/>
            <a:ext cx="1133856" cy="347472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89504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단위 테스트 9개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17904" y="2889504"/>
            <a:ext cx="731520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91056" y="2889504"/>
            <a:ext cx="7168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E2E"/>
                </a:solidFill>
              </a:rPr>
              <a:t>calcSafeScore, calcTrust, 사기키워드탐지, 에스크로상태전이, 매너온도 계산 외  →  9/9 Pass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328416"/>
            <a:ext cx="1133856" cy="34747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328416"/>
            <a:ext cx="1133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통합 테스트 1개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517904" y="3328416"/>
            <a:ext cx="731520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91056" y="3328416"/>
            <a:ext cx="7168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E2E"/>
                </a:solidFill>
              </a:rPr>
              <a:t>상품등록→채팅시작→에스크로요청→거래완료 전체 플로우 검증  →  1/1 Pass  |  커버리지 72%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38221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B"/>
                </a:solidFill>
              </a:rPr>
              <a:t>ADR 3개 요약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274320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114800"/>
            <a:ext cx="640080" cy="219456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1148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ADR-0001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4944" y="413308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E2E"/>
                </a:solidFill>
              </a:rPr>
              <a:t>React Native+Expo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904" y="43525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</a:rPr>
              <a:t>이유: JS 숙련도+6주 일정 크로스플랫폼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" y="453542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820A"/>
                </a:solidFill>
              </a:rPr>
              <a:t>트레이드오프: 네이티브 성능 일부 포기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27832" y="4114800"/>
            <a:ext cx="274320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27832" y="4114800"/>
            <a:ext cx="640080" cy="219456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41148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ADR-0002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02736" y="413308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E2E"/>
                </a:solidFill>
              </a:rPr>
              <a:t>Zustand 상태관리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82696" y="43525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</a:rPr>
              <a:t>이유: Redux 대비 보일러플레이트 90% 감소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82696" y="453542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820A"/>
                </a:solidFill>
              </a:rPr>
              <a:t>트레이드오프: 대규모 앱 구조화 한계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35624" y="4114800"/>
            <a:ext cx="2743200" cy="676656"/>
          </a:xfrm>
          <a:prstGeom prst="rect">
            <a:avLst/>
          </a:prstGeom>
          <a:solidFill>
            <a:srgbClr val="E8F1FD"/>
          </a:solidFill>
          <a:ln w="12700">
            <a:solidFill>
              <a:srgbClr val="B8D4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35624" y="4114800"/>
            <a:ext cx="640080" cy="219456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35624" y="411480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ADR-0003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510528" y="413308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E2E"/>
                </a:solidFill>
              </a:rPr>
              <a:t>Firebase 백엔드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0488" y="43525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80"/>
                </a:solidFill>
              </a:rPr>
              <a:t>이유: 실시간 채팅·인증·스토리지 즉시 구축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90488" y="453542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820A"/>
                </a:solidFill>
              </a:rPr>
              <a:t>트레이드오프: 벤더 의존성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6FD4">
              <a:alpha val="25000"/>
            </a:srgbClr>
          </a:solidFill>
          <a:ln w="12700">
            <a:solidFill>
              <a:srgbClr val="1A6FD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657600"/>
            <a:ext cx="3200400" cy="3200400"/>
          </a:xfrm>
          <a:prstGeom prst="ellipse">
            <a:avLst/>
          </a:prstGeom>
          <a:solidFill>
            <a:srgbClr val="B8D4F7">
              <a:alpha val="18000"/>
            </a:srgbClr>
          </a:solidFill>
          <a:ln w="12700">
            <a:solidFill>
              <a:srgbClr val="B8D4F7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활용 &amp; 기대 효과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70048" cy="32918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단기 (졸업 전)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2670048" cy="1481328"/>
          </a:xfrm>
          <a:prstGeom prst="rect">
            <a:avLst/>
          </a:prstGeom>
          <a:solidFill>
            <a:srgbClr val="1A6FD4">
              <a:alpha val="12000"/>
            </a:srgbClr>
          </a:solidFill>
          <a:ln w="12700">
            <a:solidFill>
              <a:srgbClr val="B8D4F7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653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Android APK 배포 완료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Firebase 실 연동 → 실제 거래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797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포트폴리오 → 취업 활용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7004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중기 (취업 후)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755648"/>
            <a:ext cx="2670048" cy="1481328"/>
          </a:xfrm>
          <a:prstGeom prst="rect">
            <a:avLst/>
          </a:prstGeom>
          <a:solidFill>
            <a:srgbClr val="1A6FD4">
              <a:alpha val="12000"/>
            </a:srgbClr>
          </a:solidFill>
          <a:ln w="12700">
            <a:solidFill>
              <a:srgbClr val="B8D4F7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653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GPS 기반 안전 장소 추천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AI 가격 추천 (시세 분석)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7797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안전결제 PG사 연동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2670048" cy="329184"/>
          </a:xfrm>
          <a:prstGeom prst="rect">
            <a:avLst/>
          </a:prstGeom>
          <a:solidFill>
            <a:srgbClr val="0A7C42"/>
          </a:solidFill>
          <a:ln w="12700">
            <a:solidFill>
              <a:srgbClr val="0A7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37160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장기 (서비스화)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755648"/>
            <a:ext cx="2670048" cy="1481328"/>
          </a:xfrm>
          <a:prstGeom prst="rect">
            <a:avLst/>
          </a:prstGeom>
          <a:solidFill>
            <a:srgbClr val="1A6FD4">
              <a:alpha val="12000"/>
            </a:srgbClr>
          </a:solidFill>
          <a:ln w="12700">
            <a:solidFill>
              <a:srgbClr val="B8D4F7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653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사기 피해자 제로 달성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3225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사기 패턴 API 서비스화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77977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· 전국 PC 중고거래 표준화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364992"/>
            <a:ext cx="8321040" cy="457200"/>
          </a:xfrm>
          <a:prstGeom prst="rect">
            <a:avLst/>
          </a:prstGeom>
          <a:solidFill>
            <a:srgbClr val="0A7C42">
              <a:alpha val="15000"/>
            </a:srgbClr>
          </a:solidFill>
          <a:ln w="12700">
            <a:solidFill>
              <a:srgbClr val="A8D5B7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0156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기대 효과: 중고거래 사기 피해 감소  ·  안전한 거래 문화 정착  ·  PC 부품 전문 거래 시장 활성화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913632"/>
            <a:ext cx="8321040" cy="47548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D4F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5020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배운 점: 레이어드 아키텍처로 기능 추가가 쉬워짐  ·  AI 슬래시 명령으로 반복 작업 50% 절감  ·  AI가 만들어도 본인이 설명할 수 있어야 진짜 내 코드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B"/>
                </a:solidFill>
              </a:rPr>
              <a:t>3학년 C반  |  2024136081  |  전은호  |  감사합니다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2026-06-15T05:53:22Z</dcterms:created>
  <dcterms:modified xsi:type="dcterms:W3CDTF">2026-06-15T05:53:22Z</dcterms:modified>
</cp:coreProperties>
</file>